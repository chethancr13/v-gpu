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V-GPU</a:t>
            </a:r>
          </a:p>
          <a:p>
            <a:pPr algn="ctr">
              <a:defRPr sz="2200">
                <a:solidFill>
                  <a:srgbClr val="38BDF8"/>
                </a:solidFill>
              </a:defRPr>
            </a:pPr>
            <a:r>
              <a:t>A Containerized Virtual GPU Resource Management &amp; AI Compute Orchestration Platform</a:t>
            </a:r>
          </a:p>
          <a:p>
            <a:pPr algn="ctr">
              <a:defRPr sz="1800">
                <a:solidFill>
                  <a:srgbClr val="9AA7B8"/>
                </a:solidFill>
              </a:defRPr>
            </a:pPr>
            <a:r>
              <a:t>Final Year Project   |   Defense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38BDF8"/>
                </a:solidFill>
              </a:defRPr>
            </a:pPr>
            <a: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66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1. Introduction &amp; Problem Statement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2. Objectives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3. Literature Review / Related Work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4. System Architecture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5. Methodology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6. Key Components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7. Results &amp; Evaluation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8. Limitations &amp; Future Work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9. Demonstration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38BDF8"/>
                </a:solidFill>
              </a:defRPr>
            </a:pPr>
            <a:r>
              <a:t>Introduction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66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Modern ML workloads demand expensive GPU compute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GPUs are under-utilized when dedicated to single users/jobs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Multi-tenant environments need sharing, isolation, fairness, observability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Enterprise solutions (NVIDIA vGPU/MIG, K8s) require licensed GPUs + heavy infrastructure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Gap: a lightweight, portable, container-native GPU *control plane*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V-GPU reimplements provisioning, scheduling, isolation, monitoring &amp; job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38BDF8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66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Provision isolated, quota-limited virtual GPU slices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Schedule &amp; execute ML jobs — single-node and parallel cluster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Enforce per-slice resource limits (VRAM, compute %)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Stream real-time telemetry to web (React) &amp; desktop (Tauri) dashboards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Provide a RAG AI assistant grounded in project code, data &amp; docs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38BDF8"/>
                </a:solidFill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66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NVIDIA vGPU (SR-IOV)  — hardware slicing, needs licensed GPUs + hypervisor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NVIDIA MIG  — physical partitioning, H100/A100 only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Docker + nvidia-container-toolkit  — containerized jobs, no tenant quotas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Kubernetes + GPU  — powerful, but heavy and complex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V-GPU:  Docker-backed virtual GPU slices + custom lightweight scheduler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Trade-off: portability &amp; simplicity vs. true hardware virtualization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38BDF8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66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FRONTEND:  React + Vite web dashboard  •  Tauri desktop app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BACKEND (FastAPI control plane):  vgpu_driver, scheduler, isolation, job_executor, RAG chatbot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ISOLATION LAYER:  Docker containers (python:3.10-slim worker image)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Storage: SQLite (chat history + vector index), filesystem datasets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AI/LLM: Gemini, optional Ollama/HuggingFace local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30936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See architecture diagram in report, sec.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38BDF8"/>
                </a:solidFill>
              </a:defRPr>
            </a:pPr>
            <a:r>
              <a:t>Methodology — Provisioning &amp;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66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PROVISION: request vRAM+compute → validate pool → launch vgpu-&lt;id&gt; container → bind-mount results/datasets/scripts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JOB EXEC: run script (docker exec) → capture stdout → regex-parse accuracy/speed/loss + leaderboard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PARALLEL: dedicate a vGPU per dataset → concurrent threads → aggregate cluster metrics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ISOLATION: background loop checks usage vs limits → logs violations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38BDF8"/>
                </a:solidFill>
              </a:defRPr>
            </a:pPr>
            <a:r>
              <a:t>Key Component — RAG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66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Indexer + structure-aware chunker: code (AST), markdown (headings), text (overlapping blocks)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Vector store: local TF-IDF/hashing vectorizer, optional Gemini text-embedding-004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Hybrid search: cosine similarity + BM25/keyword boost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Generation routing: Gemini → Ollama/HuggingFace → local synthesizer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Conversational memory in SQLite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Answers grounded in retrieved context with file:line citations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38BDF8"/>
                </a:solidFill>
              </a:defRPr>
            </a:pPr>
            <a:r>
              <a:t>Results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66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All REST/WebSocket endpoints operational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Real-time telemetry streaming to web &amp; desktop dashboards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Parallel cluster returns aggregated accuracy &amp; throughput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Multi-tenant isolation via Docker namespaces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RAG assistant reduces hallucination via retrieval-grounded citations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Dual interfaces (web + desktop) plus CLI for scripting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38BDF8"/>
                </a:solidFill>
              </a:defRPr>
            </a:pPr>
            <a:r>
              <a:t>Limitations (Honest Assessment)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66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GPU telemetry (util/temp/power) is MODELED, not read from real sensors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vGPU slicing uses Docker containers — NO MIG / SR-IOV hardware partitioning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Water/energy consumption is a static WUE/PUE model — no physical meters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Isolation logs violations but performs no kernel hardening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No authentication / TLS / network hardening in current build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Demo machine has no NVIDIA GPU — GPU metrics shown are simulated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38BDF8"/>
                </a:solidFill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66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Real GPU telemetry via nvidia-smi / NVML on an NVIDIA host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True hardware GPU sharing with NVIDIA MIG or vGPU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Real water/energy instrumentation (power meters + WUE/PUE)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Network security: authentication, TLS, CORS lockdown, localhost binding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Secure multi-node worker registration (gRPC/HTTP)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38BDF8"/>
                </a:solidFill>
              </a:defRPr>
            </a:pPr>
            <a:r>
              <a:t>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66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1. Launch backend + dashboard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2. Provision vGPU slices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3. Run an ML job &amp; observe metrics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4. Run a parallel cluster job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5. Ask the RAG copilot about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30936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Live walkthrough follows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38BDF8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66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Questions?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V-GPU — a complete container-native GPU orchestration 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38BDF8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